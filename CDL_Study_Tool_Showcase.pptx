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30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734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introducing CDL Study Tool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pain points students face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3-step solution overview: Record, Study, Create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7 AI providers including the free built-in option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pro presentation features with morph and 21 layouts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4-step process flow showing how CDL Study Tool works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stats about the platform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Side-by-side comparison showing the value proposition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Pricing tiers with the beta notice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 with CTA and Snapchat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9144000" y="3657600"/>
            <a:ext cx="5486400" cy="5486400"/>
          </a:xfrm>
          <a:prstGeom prst="ellipse">
            <a:avLst/>
          </a:prstGeom>
          <a:solidFill>
            <a:srgbClr val="6366F1">
              <a:alpha val="10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Shape 2"/>
          <p:cNvSpPr/>
          <p:nvPr/>
        </p:nvSpPr>
        <p:spPr>
          <a:xfrm>
            <a:off x="4114800" y="5303520"/>
            <a:ext cx="3657600" cy="9144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CDL Study Tool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AI-Powered Learning Companion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Record. Study. Create. All in one place.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9144000" y="3657600"/>
            <a:ext cx="5486400" cy="54864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359152" y="1719072"/>
            <a:ext cx="7315200" cy="3840480"/>
          </a:xfrm>
          <a:prstGeom prst="roundRect">
            <a:avLst>
              <a:gd name="adj" fmla="val 3571"/>
            </a:avLst>
          </a:prstGeom>
          <a:solidFill>
            <a:srgbClr val="000000">
              <a:alpha val="15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2286000" y="1645920"/>
            <a:ext cx="7315200" cy="384048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Text 5"/>
          <p:cNvSpPr/>
          <p:nvPr/>
        </p:nvSpPr>
        <p:spPr>
          <a:xfrm>
            <a:off x="2560320" y="2011680"/>
            <a:ext cx="6766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are drowning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743200" y="329184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Studying takes hours. Writing essays feels impossible.</a:t>
            </a:r>
            <a:endParaRPr lang="en-US" sz="16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Recording lectures goes nowhere. No one tool does it all.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App. Everything You Need.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04672" y="1719072"/>
            <a:ext cx="3474720" cy="4114800"/>
          </a:xfrm>
          <a:prstGeom prst="roundRect">
            <a:avLst>
              <a:gd name="adj" fmla="val 3947"/>
            </a:avLst>
          </a:prstGeom>
          <a:solidFill>
            <a:srgbClr val="000000">
              <a:alpha val="15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474720" cy="41148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2E8F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474720" cy="73152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🎤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347472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lectures, upload notes, PDFs, or photos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53712" y="1719072"/>
            <a:ext cx="3474720" cy="4114800"/>
          </a:xfrm>
          <a:prstGeom prst="roundRect">
            <a:avLst>
              <a:gd name="adj" fmla="val 3947"/>
            </a:avLst>
          </a:prstGeom>
          <a:solidFill>
            <a:srgbClr val="000000">
              <a:alpha val="15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0" name="Shape 8"/>
          <p:cNvSpPr/>
          <p:nvPr/>
        </p:nvSpPr>
        <p:spPr>
          <a:xfrm>
            <a:off x="4480560" y="1645920"/>
            <a:ext cx="3474720" cy="41148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2E8F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1" name="Shape 9"/>
          <p:cNvSpPr/>
          <p:nvPr/>
        </p:nvSpPr>
        <p:spPr>
          <a:xfrm>
            <a:off x="4480560" y="1645920"/>
            <a:ext cx="3474720" cy="7315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/>
          <p:nvPr/>
        </p:nvSpPr>
        <p:spPr>
          <a:xfrm>
            <a:off x="4480560" y="21031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754880" y="29260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54880" y="347472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generates exercises, summaries, and practice questions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302752" y="1719072"/>
            <a:ext cx="3474720" cy="4114800"/>
          </a:xfrm>
          <a:prstGeom prst="roundRect">
            <a:avLst>
              <a:gd name="adj" fmla="val 3947"/>
            </a:avLst>
          </a:prstGeom>
          <a:solidFill>
            <a:srgbClr val="000000">
              <a:alpha val="15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Shape 14"/>
          <p:cNvSpPr/>
          <p:nvPr/>
        </p:nvSpPr>
        <p:spPr>
          <a:xfrm>
            <a:off x="8229600" y="1645920"/>
            <a:ext cx="3474720" cy="41148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E2E8F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7" name="Shape 15"/>
          <p:cNvSpPr/>
          <p:nvPr/>
        </p:nvSpPr>
        <p:spPr>
          <a:xfrm>
            <a:off x="8229600" y="1645920"/>
            <a:ext cx="3474720" cy="73152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8" name="Text 16"/>
          <p:cNvSpPr/>
          <p:nvPr/>
        </p:nvSpPr>
        <p:spPr>
          <a:xfrm>
            <a:off x="8229600" y="21031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✍️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503920" y="29260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503920" y="347472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essays, build presentations, make brainrot videos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9144000" y="3657600"/>
            <a:ext cx="5486400" cy="5486400"/>
          </a:xfrm>
          <a:prstGeom prst="ellipse">
            <a:avLst/>
          </a:prstGeom>
          <a:solidFill>
            <a:srgbClr val="6366F1">
              <a:alpha val="10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AI Providers Built In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04672" y="1719072"/>
            <a:ext cx="3474720" cy="2011680"/>
          </a:xfrm>
          <a:prstGeom prst="roundRect">
            <a:avLst>
              <a:gd name="adj" fmla="val 6818"/>
            </a:avLst>
          </a:prstGeom>
          <a:solidFill>
            <a:srgbClr val="000000">
              <a:alpha val="15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474720" cy="2011680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✨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(Gemini)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926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setup needed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53712" y="1719072"/>
            <a:ext cx="3474720" cy="2011680"/>
          </a:xfrm>
          <a:prstGeom prst="roundRect">
            <a:avLst>
              <a:gd name="adj" fmla="val 6818"/>
            </a:avLst>
          </a:prstGeom>
          <a:solidFill>
            <a:srgbClr val="000000">
              <a:alpha val="15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Shape 9"/>
          <p:cNvSpPr/>
          <p:nvPr/>
        </p:nvSpPr>
        <p:spPr>
          <a:xfrm>
            <a:off x="4480560" y="1645920"/>
            <a:ext cx="3474720" cy="2011680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/>
          <p:nvPr/>
        </p:nvSpPr>
        <p:spPr>
          <a:xfrm>
            <a:off x="4480560" y="18288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54880" y="2468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2926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writing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302752" y="1719072"/>
            <a:ext cx="3474720" cy="2011680"/>
          </a:xfrm>
          <a:prstGeom prst="roundRect">
            <a:avLst>
              <a:gd name="adj" fmla="val 6818"/>
            </a:avLst>
          </a:prstGeom>
          <a:solidFill>
            <a:srgbClr val="000000">
              <a:alpha val="15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Shape 14"/>
          <p:cNvSpPr/>
          <p:nvPr/>
        </p:nvSpPr>
        <p:spPr>
          <a:xfrm>
            <a:off x="8229600" y="1645920"/>
            <a:ext cx="3474720" cy="2011680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/>
          <p:nvPr/>
        </p:nvSpPr>
        <p:spPr>
          <a:xfrm>
            <a:off x="8229600" y="18288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503920" y="2468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03920" y="2926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all-rounder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672" y="4096512"/>
            <a:ext cx="3474720" cy="2011680"/>
          </a:xfrm>
          <a:prstGeom prst="roundRect">
            <a:avLst>
              <a:gd name="adj" fmla="val 6818"/>
            </a:avLst>
          </a:prstGeom>
          <a:solidFill>
            <a:srgbClr val="000000">
              <a:alpha val="15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1" name="Shape 19"/>
          <p:cNvSpPr/>
          <p:nvPr/>
        </p:nvSpPr>
        <p:spPr>
          <a:xfrm>
            <a:off x="731520" y="4023360"/>
            <a:ext cx="3474720" cy="2011680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2" name="Text 20"/>
          <p:cNvSpPr/>
          <p:nvPr/>
        </p:nvSpPr>
        <p:spPr>
          <a:xfrm>
            <a:off x="731520" y="42062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💎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05840" y="4846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Pro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5303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+ vision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53712" y="4096512"/>
            <a:ext cx="3474720" cy="2011680"/>
          </a:xfrm>
          <a:prstGeom prst="roundRect">
            <a:avLst>
              <a:gd name="adj" fmla="val 6818"/>
            </a:avLst>
          </a:prstGeom>
          <a:solidFill>
            <a:srgbClr val="000000">
              <a:alpha val="15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6" name="Shape 24"/>
          <p:cNvSpPr/>
          <p:nvPr/>
        </p:nvSpPr>
        <p:spPr>
          <a:xfrm>
            <a:off x="4480560" y="4023360"/>
            <a:ext cx="3474720" cy="2011680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7" name="Text 25"/>
          <p:cNvSpPr/>
          <p:nvPr/>
        </p:nvSpPr>
        <p:spPr>
          <a:xfrm>
            <a:off x="4480560" y="42062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🌟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754880" y="4846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Kimi (NVIDIA)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754880" y="5303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out of the box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302752" y="4096512"/>
            <a:ext cx="3474720" cy="2011680"/>
          </a:xfrm>
          <a:prstGeom prst="roundRect">
            <a:avLst>
              <a:gd name="adj" fmla="val 6818"/>
            </a:avLst>
          </a:prstGeom>
          <a:solidFill>
            <a:srgbClr val="000000">
              <a:alpha val="15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1" name="Shape 29"/>
          <p:cNvSpPr/>
          <p:nvPr/>
        </p:nvSpPr>
        <p:spPr>
          <a:xfrm>
            <a:off x="8229600" y="4023360"/>
            <a:ext cx="3474720" cy="2011680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2" name="Text 30"/>
          <p:cNvSpPr/>
          <p:nvPr/>
        </p:nvSpPr>
        <p:spPr>
          <a:xfrm>
            <a:off x="8229600" y="42062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8503920" y="4846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503920" y="5303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locally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36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9144000" y="3657600"/>
            <a:ext cx="5486400" cy="54864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6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71600" y="1645920"/>
            <a:ext cx="9144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Pro Layouts</a:t>
            </a:r>
            <a:endParaRPr lang="en-US" sz="40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Morph Transitions</a:t>
            </a:r>
            <a:endParaRPr lang="en-US" sz="40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 Export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5029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Inspired by @jacobppt and @lourrutia.ppt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62456" y="1682496"/>
            <a:ext cx="1005840" cy="1005840"/>
          </a:xfrm>
          <a:prstGeom prst="ellipse">
            <a:avLst/>
          </a:prstGeom>
          <a:solidFill>
            <a:srgbClr val="000000">
              <a:alpha val="10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Shape 2"/>
          <p:cNvSpPr/>
          <p:nvPr/>
        </p:nvSpPr>
        <p:spPr>
          <a:xfrm>
            <a:off x="1325880" y="1645920"/>
            <a:ext cx="1005840" cy="1005840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5" name="Text 3"/>
          <p:cNvSpPr/>
          <p:nvPr/>
        </p:nvSpPr>
        <p:spPr>
          <a:xfrm>
            <a:off x="1325880" y="16459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Record, take photos, paste text, or upload PDFs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17520" y="182880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A78BFA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288536" y="1682496"/>
            <a:ext cx="1005840" cy="1005840"/>
          </a:xfrm>
          <a:prstGeom prst="ellipse">
            <a:avLst/>
          </a:prstGeom>
          <a:solidFill>
            <a:srgbClr val="000000">
              <a:alpha val="10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0" name="Shape 8"/>
          <p:cNvSpPr/>
          <p:nvPr/>
        </p:nvSpPr>
        <p:spPr>
          <a:xfrm>
            <a:off x="4251960" y="1645920"/>
            <a:ext cx="1005840" cy="1005840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4251960" y="16459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83280" y="29260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Processes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83280" y="34747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content is analyzed and structured automatically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0" y="182880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A78BFA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214616" y="1682496"/>
            <a:ext cx="1005840" cy="1005840"/>
          </a:xfrm>
          <a:prstGeom prst="ellipse">
            <a:avLst/>
          </a:prstGeom>
          <a:solidFill>
            <a:srgbClr val="000000">
              <a:alpha val="10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Shape 14"/>
          <p:cNvSpPr/>
          <p:nvPr/>
        </p:nvSpPr>
        <p:spPr>
          <a:xfrm>
            <a:off x="7178040" y="1645920"/>
            <a:ext cx="1005840" cy="1005840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/>
          <p:nvPr/>
        </p:nvSpPr>
        <p:spPr>
          <a:xfrm>
            <a:off x="7178040" y="16459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09360" y="29260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09360" y="34747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with generated exercises and summaries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869680" y="182880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A78BFA"/>
                </a:solidFill>
              </a:rPr>
              <a:t>→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0140696" y="1682496"/>
            <a:ext cx="1005840" cy="1005840"/>
          </a:xfrm>
          <a:prstGeom prst="ellipse">
            <a:avLst/>
          </a:prstGeom>
          <a:solidFill>
            <a:srgbClr val="000000">
              <a:alpha val="10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2" name="Shape 20"/>
          <p:cNvSpPr/>
          <p:nvPr/>
        </p:nvSpPr>
        <p:spPr>
          <a:xfrm>
            <a:off x="10104120" y="1645920"/>
            <a:ext cx="1005840" cy="1005840"/>
          </a:xfrm>
          <a:prstGeom prst="ellipse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/>
          <p:nvPr/>
        </p:nvSpPr>
        <p:spPr>
          <a:xfrm>
            <a:off x="10104120" y="16459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235440" y="29260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235440" y="34747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Essays, presentations, and brainrot videos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9144000" y="3657600"/>
            <a:ext cx="5486400" cy="54864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Scale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30352" y="2084832"/>
            <a:ext cx="2651760" cy="2743200"/>
          </a:xfrm>
          <a:prstGeom prst="roundRect">
            <a:avLst>
              <a:gd name="adj" fmla="val 5172"/>
            </a:avLst>
          </a:prstGeom>
          <a:solidFill>
            <a:srgbClr val="000000">
              <a:alpha val="15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2651760" cy="2743200"/>
          </a:xfrm>
          <a:prstGeom prst="roundRect">
            <a:avLst>
              <a:gd name="adj" fmla="val 5172"/>
            </a:avLst>
          </a:prstGeom>
          <a:solidFill>
            <a:srgbClr val="1E293B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Layouts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56432" y="2084832"/>
            <a:ext cx="2651760" cy="2743200"/>
          </a:xfrm>
          <a:prstGeom prst="roundRect">
            <a:avLst>
              <a:gd name="adj" fmla="val 5172"/>
            </a:avLst>
          </a:prstGeom>
          <a:solidFill>
            <a:srgbClr val="000000">
              <a:alpha val="15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0" name="Shape 8"/>
          <p:cNvSpPr/>
          <p:nvPr/>
        </p:nvSpPr>
        <p:spPr>
          <a:xfrm>
            <a:off x="3383280" y="2011680"/>
            <a:ext cx="2651760" cy="2743200"/>
          </a:xfrm>
          <a:prstGeom prst="roundRect">
            <a:avLst>
              <a:gd name="adj" fmla="val 5172"/>
            </a:avLst>
          </a:prstGeom>
          <a:solidFill>
            <a:srgbClr val="1E293B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3383280" y="237744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383280" y="37490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Providers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82512" y="2084832"/>
            <a:ext cx="2651760" cy="2743200"/>
          </a:xfrm>
          <a:prstGeom prst="roundRect">
            <a:avLst>
              <a:gd name="adj" fmla="val 5172"/>
            </a:avLst>
          </a:prstGeom>
          <a:solidFill>
            <a:srgbClr val="000000">
              <a:alpha val="15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4" name="Shape 12"/>
          <p:cNvSpPr/>
          <p:nvPr/>
        </p:nvSpPr>
        <p:spPr>
          <a:xfrm>
            <a:off x="6309360" y="2011680"/>
            <a:ext cx="2651760" cy="2743200"/>
          </a:xfrm>
          <a:prstGeom prst="roundRect">
            <a:avLst>
              <a:gd name="adj" fmla="val 5172"/>
            </a:avLst>
          </a:prstGeom>
          <a:solidFill>
            <a:srgbClr val="1E293B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/>
          <p:nvPr/>
        </p:nvSpPr>
        <p:spPr>
          <a:xfrm>
            <a:off x="6309360" y="237744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309360" y="37490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Styles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308592" y="2084832"/>
            <a:ext cx="2651760" cy="2743200"/>
          </a:xfrm>
          <a:prstGeom prst="roundRect">
            <a:avLst>
              <a:gd name="adj" fmla="val 5172"/>
            </a:avLst>
          </a:prstGeom>
          <a:solidFill>
            <a:srgbClr val="000000">
              <a:alpha val="15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8" name="Shape 16"/>
          <p:cNvSpPr/>
          <p:nvPr/>
        </p:nvSpPr>
        <p:spPr>
          <a:xfrm>
            <a:off x="9235440" y="2011680"/>
            <a:ext cx="2651760" cy="2743200"/>
          </a:xfrm>
          <a:prstGeom prst="roundRect">
            <a:avLst>
              <a:gd name="adj" fmla="val 5172"/>
            </a:avLst>
          </a:prstGeom>
          <a:solidFill>
            <a:srgbClr val="1E293B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9" name="Text 17"/>
          <p:cNvSpPr/>
          <p:nvPr/>
        </p:nvSpPr>
        <p:spPr>
          <a:xfrm>
            <a:off x="9235440" y="237744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50/day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9235440" y="37490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AI Requests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vs After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04672" y="1536192"/>
            <a:ext cx="5029200" cy="4572000"/>
          </a:xfrm>
          <a:prstGeom prst="roundRect">
            <a:avLst>
              <a:gd name="adj" fmla="val 3000"/>
            </a:avLst>
          </a:prstGeom>
          <a:solidFill>
            <a:srgbClr val="000000">
              <a:alpha val="15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029200" cy="457200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 w="12700">
            <a:solidFill>
              <a:srgbClr val="FCA5A5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The Old Way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23774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Hours of manual note-taking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3017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Writing essays from scratch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3657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Boring PowerPoints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4297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practice questions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49377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Multiple expensive apps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73952" y="1536192"/>
            <a:ext cx="5029200" cy="4572000"/>
          </a:xfrm>
          <a:prstGeom prst="roundRect">
            <a:avLst>
              <a:gd name="adj" fmla="val 3000"/>
            </a:avLst>
          </a:prstGeom>
          <a:solidFill>
            <a:srgbClr val="000000">
              <a:alpha val="15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2" name="Shape 10"/>
          <p:cNvSpPr/>
          <p:nvPr/>
        </p:nvSpPr>
        <p:spPr>
          <a:xfrm>
            <a:off x="6400800" y="1463040"/>
            <a:ext cx="5029200" cy="4572000"/>
          </a:xfrm>
          <a:prstGeom prst="roundRect">
            <a:avLst>
              <a:gd name="adj" fmla="val 3000"/>
            </a:avLst>
          </a:prstGeom>
          <a:solidFill>
            <a:srgbClr val="F0FDF4"/>
          </a:solidFill>
          <a:ln w="12700">
            <a:solidFill>
              <a:srgbClr val="86EFA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/>
          <p:nvPr/>
        </p:nvSpPr>
        <p:spPr>
          <a:xfrm>
            <a:off x="6400800" y="16459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With CDL Study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58000" y="23774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AI-generated summaries instantly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0" y="3017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Essays in YOUR writing style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0" y="3657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21 pro layouts with morph transitions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0" y="4297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Auto-generated practice exercises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0" y="49377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One free app, 7 AI providers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9144000" y="3657600"/>
            <a:ext cx="5486400" cy="5486400"/>
          </a:xfrm>
          <a:prstGeom prst="ellipse">
            <a:avLst/>
          </a:prstGeom>
          <a:solidFill>
            <a:srgbClr val="6366F1">
              <a:alpha val="10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Pricing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04672" y="1444752"/>
            <a:ext cx="3474720" cy="4846320"/>
          </a:xfrm>
          <a:prstGeom prst="roundRect">
            <a:avLst>
              <a:gd name="adj" fmla="val 3947"/>
            </a:avLst>
          </a:prstGeom>
          <a:solidFill>
            <a:srgbClr val="000000">
              <a:alpha val="15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3474720" cy="4846320"/>
          </a:xfrm>
          <a:prstGeom prst="roundRect">
            <a:avLst>
              <a:gd name="adj" fmla="val 3947"/>
            </a:avLst>
          </a:prstGeom>
          <a:solidFill>
            <a:srgbClr val="1E293B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forever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50 AI requests/day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3931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All features in beta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4480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3 themes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5029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Local storage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53712" y="1444752"/>
            <a:ext cx="3474720" cy="4846320"/>
          </a:xfrm>
          <a:prstGeom prst="roundRect">
            <a:avLst>
              <a:gd name="adj" fmla="val 3947"/>
            </a:avLst>
          </a:prstGeom>
          <a:solidFill>
            <a:srgbClr val="000000">
              <a:alpha val="15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5" name="Shape 13"/>
          <p:cNvSpPr/>
          <p:nvPr/>
        </p:nvSpPr>
        <p:spPr>
          <a:xfrm>
            <a:off x="4480560" y="1371600"/>
            <a:ext cx="3474720" cy="4846320"/>
          </a:xfrm>
          <a:prstGeom prst="roundRect">
            <a:avLst>
              <a:gd name="adj" fmla="val 3947"/>
            </a:avLst>
          </a:prstGeom>
          <a:solidFill>
            <a:srgbClr val="6366F1"/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6" name="Shape 14"/>
          <p:cNvSpPr/>
          <p:nvPr/>
        </p:nvSpPr>
        <p:spPr>
          <a:xfrm>
            <a:off x="5303520" y="109728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/>
          <p:nvPr/>
        </p:nvSpPr>
        <p:spPr>
          <a:xfrm>
            <a:off x="530352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80560" y="15544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80560" y="21031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480560" y="2834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/month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Unlimited everything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931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All 7 AI providers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4480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Cloud sync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5029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Priority support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302752" y="1444752"/>
            <a:ext cx="3474720" cy="4846320"/>
          </a:xfrm>
          <a:prstGeom prst="roundRect">
            <a:avLst>
              <a:gd name="adj" fmla="val 3947"/>
            </a:avLst>
          </a:prstGeom>
          <a:solidFill>
            <a:srgbClr val="000000">
              <a:alpha val="15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6" name="Shape 24"/>
          <p:cNvSpPr/>
          <p:nvPr/>
        </p:nvSpPr>
        <p:spPr>
          <a:xfrm>
            <a:off x="8229600" y="1371600"/>
            <a:ext cx="3474720" cy="4846320"/>
          </a:xfrm>
          <a:prstGeom prst="roundRect">
            <a:avLst>
              <a:gd name="adj" fmla="val 3947"/>
            </a:avLst>
          </a:prstGeom>
          <a:solidFill>
            <a:srgbClr val="1E293B"/>
          </a:solidFill>
          <a:ln w="12700">
            <a:solidFill>
              <a:srgbClr val="6366F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7" name="Text 25"/>
          <p:cNvSpPr/>
          <p:nvPr/>
        </p:nvSpPr>
        <p:spPr>
          <a:xfrm>
            <a:off x="8229600" y="15544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229600" y="21031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8229600" y="2834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/month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595360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Everything in Pro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595360" y="3931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50 student accounts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95360" y="4480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Analytics dashboard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595360" y="5029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Bulk grading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Currently in beta — all Pro features are free!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636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9144000" y="3657600"/>
            <a:ext cx="5486400" cy="548640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Shape 2"/>
          <p:cNvSpPr/>
          <p:nvPr/>
        </p:nvSpPr>
        <p:spPr>
          <a:xfrm>
            <a:off x="4114800" y="457200"/>
            <a:ext cx="3657600" cy="36576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Learning Smarter Today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to use • No credit card • Works in your browser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73552" y="4462272"/>
            <a:ext cx="5486400" cy="1463040"/>
          </a:xfrm>
          <a:prstGeom prst="roundRect">
            <a:avLst>
              <a:gd name="adj" fmla="val 9375"/>
            </a:avLst>
          </a:prstGeom>
          <a:solidFill>
            <a:srgbClr val="000000">
              <a:alpha val="15000"/>
            </a:srgbClr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8" name="Shape 6"/>
          <p:cNvSpPr/>
          <p:nvPr/>
        </p:nvSpPr>
        <p:spPr>
          <a:xfrm>
            <a:off x="3200400" y="4389120"/>
            <a:ext cx="5486400" cy="1463040"/>
          </a:xfrm>
          <a:prstGeom prst="roundRect">
            <a:avLst>
              <a:gd name="adj" fmla="val 9375"/>
            </a:avLst>
          </a:prstGeom>
          <a:solidFill>
            <a:srgbClr val="0F172A"/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Text 7"/>
          <p:cNvSpPr/>
          <p:nvPr/>
        </p:nvSpPr>
        <p:spPr>
          <a:xfrm>
            <a:off x="3200400" y="44805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👻  Add @arthurgaye24 on Snapchat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0" y="51206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Got ideas? Have Google accounts to donate? Help us keep it free!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461</Words>
  <Application>Microsoft Office PowerPoint</Application>
  <PresentationFormat>Widescreen</PresentationFormat>
  <Paragraphs>127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CDL Study Tool — Your AI-Powered Learning Companion</dc:title>
  <dc:subject>PptxGenJS Presentation</dc:subject>
  <dc:creator>CDL Study Tool</dc:creator>
  <cp:lastModifiedBy>Arthur Gaye</cp:lastModifiedBy>
  <cp:revision>2</cp:revision>
  <dcterms:created xsi:type="dcterms:W3CDTF">2026-03-11T15:33:17Z</dcterms:created>
  <dcterms:modified xsi:type="dcterms:W3CDTF">2026-03-11T15:44:04Z</dcterms:modified>
</cp:coreProperties>
</file>