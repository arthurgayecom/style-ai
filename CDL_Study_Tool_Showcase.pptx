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introducing CDL Study Tool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pain points students 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3-step solution overview: Record, Study, Create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7 AI providers including the free built-in 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pro presentation features with morph and 21 layouts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4-step process flow showing how CDL Study Tool 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stats about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 showing the value proposition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tiers with the beta notice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with CTA and Snapchat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0" y="5303520"/>
            <a:ext cx="3657600" cy="914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CDL Study Tool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AI-Powered Learning Companion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Record. Study. Create. All in one place.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359152" y="1719072"/>
            <a:ext cx="7315200" cy="3840480"/>
          </a:xfrm>
          <a:prstGeom prst="roundRect">
            <a:avLst>
              <a:gd name="adj" fmla="val 3571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286000" y="1645920"/>
            <a:ext cx="7315200" cy="3840480"/>
          </a:xfrm>
          <a:prstGeom prst="roundRect">
            <a:avLst>
              <a:gd name="adj" fmla="val 3571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2011680"/>
            <a:ext cx="6766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are drowning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0" y="329184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Studying takes hours. Writing essays feels impossible.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lectures goes nowhere. No one tool does it all.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App. Everything You Need.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04672" y="1719072"/>
            <a:ext cx="3474720" cy="4114800"/>
          </a:xfrm>
          <a:prstGeom prst="roundRect">
            <a:avLst>
              <a:gd name="adj" fmla="val 3947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645920"/>
            <a:ext cx="3474720" cy="41148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3474720" cy="7315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🎤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lectures, upload notes, PDFs, or photos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53712" y="1719072"/>
            <a:ext cx="3474720" cy="4114800"/>
          </a:xfrm>
          <a:prstGeom prst="roundRect">
            <a:avLst>
              <a:gd name="adj" fmla="val 3947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480560" y="1645920"/>
            <a:ext cx="3474720" cy="41148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>
                <a:alpha val="6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645920"/>
            <a:ext cx="347472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54880" y="2926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347472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 exercises, summaries, and practice questions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02752" y="1719072"/>
            <a:ext cx="3474720" cy="4114800"/>
          </a:xfrm>
          <a:prstGeom prst="roundRect">
            <a:avLst>
              <a:gd name="adj" fmla="val 3947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1645920"/>
            <a:ext cx="3474720" cy="41148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1645920"/>
            <a:ext cx="3474720" cy="7315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✍️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503920" y="2926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03920" y="347472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essays, build presentations, make brainrot videos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AI Providers Built 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04672" y="1719072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4592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28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(Gemini)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setup needed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53712" y="1719072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164592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828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5488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 writing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02752" y="1719072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164592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828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all-rounder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4672" y="4096512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402336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062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005840" y="4846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Pro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+ vision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53712" y="4096512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480560" y="402336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🌟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754880" y="4846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(NVIDIA)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out of the box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02752" y="4096512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402336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42062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50392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locally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36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1645920"/>
            <a:ext cx="9144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Pro Layouts</a:t>
            </a:r>
            <a:endParaRPr lang="en-US" sz="4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Morph Transitions</a:t>
            </a:r>
            <a:endParaRPr lang="en-US" sz="4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 Export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5029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Inspired by @jacobppt and @lourrutia.ppt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62456" y="1682496"/>
            <a:ext cx="1005840" cy="1005840"/>
          </a:xfrm>
          <a:prstGeom prst="ellipse">
            <a:avLst/>
          </a:prstGeom>
          <a:solidFill>
            <a:srgbClr val="00000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325880" y="1645920"/>
            <a:ext cx="1005840" cy="10058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16459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Record, take photos, paste text, or upload PDFs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8288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8BFA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288536" y="1682496"/>
            <a:ext cx="1005840" cy="1005840"/>
          </a:xfrm>
          <a:prstGeom prst="ellipse">
            <a:avLst/>
          </a:prstGeom>
          <a:solidFill>
            <a:srgbClr val="000000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251960" y="1645920"/>
            <a:ext cx="1005840" cy="10058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6459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38328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Processes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3280" y="34747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content is analyzed and structured automatically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18288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8BFA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214616" y="1682496"/>
            <a:ext cx="1005840" cy="1005840"/>
          </a:xfrm>
          <a:prstGeom prst="ellipse">
            <a:avLst/>
          </a:prstGeom>
          <a:solidFill>
            <a:srgbClr val="000000">
              <a:alpha val="1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178040" y="1645920"/>
            <a:ext cx="1005840" cy="10058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178040" y="16459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09360" y="34747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with generated exercises and summaries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69680" y="18288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8BFA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140696" y="1682496"/>
            <a:ext cx="1005840" cy="1005840"/>
          </a:xfrm>
          <a:prstGeom prst="ellipse">
            <a:avLst/>
          </a:prstGeom>
          <a:solidFill>
            <a:srgbClr val="000000">
              <a:alpha val="1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104120" y="1645920"/>
            <a:ext cx="1005840" cy="10058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10104120" y="16459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2354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235440" y="34747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Essays, presentations, and brainrot videos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Scale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30352" y="2084832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01168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774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749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6432" y="2084832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83280" y="201168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23774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83280" y="3749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Providers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82512" y="2084832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01168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3774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09360" y="3749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Styles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08592" y="2084832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235440" y="201168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35440" y="23774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50/day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9235440" y="3749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AI Requests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04672" y="1536192"/>
            <a:ext cx="5029200" cy="4572000"/>
          </a:xfrm>
          <a:prstGeom prst="roundRect">
            <a:avLst>
              <a:gd name="adj" fmla="val 3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5029200" cy="4572000"/>
          </a:xfrm>
          <a:prstGeom prst="roundRect">
            <a:avLst>
              <a:gd name="adj" fmla="val 3000"/>
            </a:avLst>
          </a:prstGeom>
          <a:solidFill>
            <a:srgbClr val="FEF2F2"/>
          </a:solidFill>
          <a:ln w="12700">
            <a:solidFill>
              <a:srgbClr val="FCA5A5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The Old Way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3774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Hours of manual note-taking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Writing essays from scratch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Boring PowerPoints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4297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practice questions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4937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Multiple expensive apps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73952" y="1536192"/>
            <a:ext cx="5029200" cy="4572000"/>
          </a:xfrm>
          <a:prstGeom prst="roundRect">
            <a:avLst>
              <a:gd name="adj" fmla="val 3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0" y="1463040"/>
            <a:ext cx="5029200" cy="4572000"/>
          </a:xfrm>
          <a:prstGeom prst="roundRect">
            <a:avLst>
              <a:gd name="adj" fmla="val 3000"/>
            </a:avLst>
          </a:prstGeom>
          <a:solidFill>
            <a:srgbClr val="F0FDF4"/>
          </a:solidFill>
          <a:ln w="12700">
            <a:solidFill>
              <a:srgbClr val="86EFAC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6459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With CDL Study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23774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AI-generated summaries instantly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17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Essays in YOUR writing style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21 pro layouts with morph transitions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4297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Auto-generated practice exercises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4937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One free app, 7 AI providers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Pricing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04672" y="1444752"/>
            <a:ext cx="3474720" cy="4846320"/>
          </a:xfrm>
          <a:prstGeom prst="roundRect">
            <a:avLst>
              <a:gd name="adj" fmla="val 3947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71600"/>
            <a:ext cx="3474720" cy="48463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forever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50 AI requests/day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931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All features in beta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480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3 themes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5029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Local storage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53712" y="1444752"/>
            <a:ext cx="3474720" cy="4846320"/>
          </a:xfrm>
          <a:prstGeom prst="roundRect">
            <a:avLst>
              <a:gd name="adj" fmla="val 3947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4480560" y="1371600"/>
            <a:ext cx="3474720" cy="4846320"/>
          </a:xfrm>
          <a:prstGeom prst="roundRect">
            <a:avLst>
              <a:gd name="adj" fmla="val 3947"/>
            </a:avLst>
          </a:prstGeom>
          <a:solidFill>
            <a:srgbClr val="6366F1"/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0" y="109728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1097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0560" y="15544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48056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Unlimited everything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931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All 7 AI providers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4480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Cloud sync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5029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Priority support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02752" y="1444752"/>
            <a:ext cx="3474720" cy="4846320"/>
          </a:xfrm>
          <a:prstGeom prst="roundRect">
            <a:avLst>
              <a:gd name="adj" fmla="val 3947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229600" y="1371600"/>
            <a:ext cx="3474720" cy="48463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366F1">
                <a:alpha val="6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0" y="15544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822960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/month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9536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Everything in Pro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95360" y="3931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50 student accounts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95360" y="4480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Analytics dashboard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95360" y="5029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Bulk grading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in beta — all Pro features are free!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36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0" y="457200"/>
            <a:ext cx="3657600" cy="36576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Learning Smarter Today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• No credit card • Works in your browser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73552" y="4462272"/>
            <a:ext cx="5486400" cy="1463040"/>
          </a:xfrm>
          <a:prstGeom prst="roundRect">
            <a:avLst>
              <a:gd name="adj" fmla="val 9375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200400" y="4389120"/>
            <a:ext cx="5486400" cy="1463040"/>
          </a:xfrm>
          <a:prstGeom prst="roundRect">
            <a:avLst>
              <a:gd name="adj" fmla="val 9375"/>
            </a:avLst>
          </a:prstGeom>
          <a:solidFill>
            <a:srgbClr val="0F172A"/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44805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👻  Add @arthurgaye24 on Snapchat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0" y="51206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 ideas? Have Google accounts to donate? Help us keep it free!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CDL Study Tool — Your AI-Powered Learning Companion</dc:title>
  <dc:subject>PptxGenJS Presentation</dc:subject>
  <dc:creator>CDL Study Tool</dc:creator>
  <cp:lastModifiedBy>CDL Study Tool</cp:lastModifiedBy>
  <cp:revision>1</cp:revision>
  <dcterms:created xsi:type="dcterms:W3CDTF">2026-03-11T15:33:17Z</dcterms:created>
  <dcterms:modified xsi:type="dcterms:W3CDTF">2026-03-11T15:33:17Z</dcterms:modified>
</cp:coreProperties>
</file>